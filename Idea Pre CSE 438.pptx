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Old Standard TT"/>
      <p:regular r:id="rId18"/>
      <p:bold r:id="rId19"/>
      <p: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ldStandardTT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OldStandardTT-bold.fntdata"/><Relationship Id="rId6" Type="http://schemas.openxmlformats.org/officeDocument/2006/relationships/slide" Target="slides/slide1.xml"/><Relationship Id="rId18" Type="http://schemas.openxmlformats.org/officeDocument/2006/relationships/font" Target="fonts/OldStandardT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0357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035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c6f90357f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c6f90357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c6f90357f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c6f90357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c6f90357f_0_2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c6f90357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6f90357f_0_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6f90357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89cf5b4a9c_0_2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89cf5b4a9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89cf5b4a9c_0_3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89cf5b4a9c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89cf5b4a9c_0_4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89cf5b4a9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89cf5b4a9c_0_5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89cf5b4a9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89cf5b4a9c_0_6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89cf5b4a9c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89cf5b4a9c_0_7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89cf5b4a9c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c6f90357f_0_4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c6f90357f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2700" y="1123225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CSE438</a:t>
            </a:r>
            <a:r>
              <a:rPr lang="en" sz="3000"/>
              <a:t>: Smartphone Application Development</a:t>
            </a:r>
            <a:endParaRPr sz="3000"/>
          </a:p>
        </p:txBody>
      </p:sp>
      <p:sp>
        <p:nvSpPr>
          <p:cNvPr id="60" name="Google Shape;60;p13"/>
          <p:cNvSpPr txBox="1"/>
          <p:nvPr/>
        </p:nvSpPr>
        <p:spPr>
          <a:xfrm>
            <a:off x="512700" y="276075"/>
            <a:ext cx="73812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latin typeface="Old Standard TT"/>
                <a:ea typeface="Old Standard TT"/>
                <a:cs typeface="Old Standard TT"/>
                <a:sym typeface="Old Standard TT"/>
              </a:rPr>
              <a:t>Idea Presentation</a:t>
            </a:r>
            <a:endParaRPr b="1" sz="50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537600" y="3327300"/>
            <a:ext cx="784500" cy="537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62" name="Google Shape;62;p13"/>
          <p:cNvSpPr txBox="1"/>
          <p:nvPr>
            <p:ph idx="1" type="subTitle"/>
          </p:nvPr>
        </p:nvSpPr>
        <p:spPr>
          <a:xfrm>
            <a:off x="512700" y="286088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Submitted To: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Shakib Mahmud Dipto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Lecturer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Department of Computer Science and Engineering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University Of Liberal Arts Bangladesh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3"/>
          <p:cNvSpPr/>
          <p:nvPr/>
        </p:nvSpPr>
        <p:spPr>
          <a:xfrm>
            <a:off x="577650" y="2860900"/>
            <a:ext cx="552000" cy="59700"/>
          </a:xfrm>
          <a:prstGeom prst="mathMinus">
            <a:avLst>
              <a:gd fmla="val 23520" name="adj1"/>
            </a:avLst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/>
        </p:nvSpPr>
        <p:spPr>
          <a:xfrm>
            <a:off x="116225" y="130775"/>
            <a:ext cx="30513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ld Standard TT"/>
                <a:ea typeface="Old Standard TT"/>
                <a:cs typeface="Old Standard TT"/>
                <a:sym typeface="Old Standard TT"/>
              </a:rPr>
              <a:t>Team Member :</a:t>
            </a:r>
            <a:endParaRPr sz="25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581175" y="1220500"/>
            <a:ext cx="6523800" cy="30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ld Standard TT"/>
                <a:ea typeface="Old Standard TT"/>
                <a:cs typeface="Old Standard TT"/>
                <a:sym typeface="Old Standard TT"/>
              </a:rPr>
              <a:t>Name: Md Sazzadul Islam Shykat </a:t>
            </a:r>
            <a:endParaRPr b="1" sz="22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ld Standard TT"/>
                <a:ea typeface="Old Standard TT"/>
                <a:cs typeface="Old Standard TT"/>
                <a:sym typeface="Old Standard TT"/>
              </a:rPr>
              <a:t>I’D: 	202014001</a:t>
            </a:r>
            <a:endParaRPr b="1" sz="22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ld Standard TT"/>
                <a:ea typeface="Old Standard TT"/>
                <a:cs typeface="Old Standard TT"/>
                <a:sym typeface="Old Standard TT"/>
              </a:rPr>
              <a:t>Name: Dewan Rezwan Ahmed</a:t>
            </a:r>
            <a:endParaRPr b="1" sz="22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I’D:	</a:t>
            </a:r>
            <a:r>
              <a:rPr b="1" lang="en" sz="2200">
                <a:latin typeface="Old Standard TT"/>
                <a:ea typeface="Old Standard TT"/>
                <a:cs typeface="Old Standard TT"/>
                <a:sym typeface="Old Standard TT"/>
              </a:rPr>
              <a:t>202014016</a:t>
            </a:r>
            <a:endParaRPr b="1" sz="22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ld Standard TT"/>
                <a:ea typeface="Old Standard TT"/>
                <a:cs typeface="Old Standard TT"/>
                <a:sym typeface="Old Standard TT"/>
              </a:rPr>
              <a:t>Name: Rabeya Bosri </a:t>
            </a:r>
            <a:endParaRPr b="1" sz="22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I’D:	</a:t>
            </a:r>
            <a:r>
              <a:rPr b="1" lang="en" sz="2200">
                <a:latin typeface="Old Standard TT"/>
                <a:ea typeface="Old Standard TT"/>
                <a:cs typeface="Old Standard TT"/>
                <a:sym typeface="Old Standard TT"/>
              </a:rPr>
              <a:t>201014028</a:t>
            </a:r>
            <a:endParaRPr b="1" sz="22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/>
              <a:t>ULAB Blood Donation App</a:t>
            </a:r>
            <a:endParaRPr sz="5200"/>
          </a:p>
        </p:txBody>
      </p:sp>
      <p:sp>
        <p:nvSpPr>
          <p:cNvPr id="75" name="Google Shape;75;p15"/>
          <p:cNvSpPr txBox="1"/>
          <p:nvPr/>
        </p:nvSpPr>
        <p:spPr>
          <a:xfrm>
            <a:off x="3881850" y="159825"/>
            <a:ext cx="2046300" cy="10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Project Idea</a:t>
            </a:r>
            <a:endParaRPr sz="2100">
              <a:solidFill>
                <a:srgbClr val="FFFF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6666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Onboarding Screen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 in/ Sign Up</a:t>
            </a:r>
            <a:endParaRPr/>
          </a:p>
        </p:txBody>
      </p:sp>
      <p:sp>
        <p:nvSpPr>
          <p:cNvPr id="86" name="Google Shape;86;p1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Username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Password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Forgot Password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1600"/>
              </a:spcAft>
              <a:buSzPts val="1800"/>
              <a:buChar char="●"/>
            </a:pPr>
            <a:r>
              <a:rPr lang="en"/>
              <a:t>Create Account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Dashboard screen</a:t>
            </a:r>
            <a:endParaRPr/>
          </a:p>
        </p:txBody>
      </p:sp>
      <p:sp>
        <p:nvSpPr>
          <p:cNvPr id="92" name="Google Shape;92;p18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Countdown timer (days remaining for the next donation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Patients Saved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Achievement (badges)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Medical tips / Doctors advice [FAQ: what to take after donation]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Who can donate who (table photo)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1600"/>
              </a:spcAft>
              <a:buSzPts val="1600"/>
              <a:buChar char="●"/>
            </a:pPr>
            <a:r>
              <a:rPr lang="en" sz="1600"/>
              <a:t>Nearest Hospital Around (includes: Ambulance contacts)</a:t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Search for blood (posting)</a:t>
            </a:r>
            <a:endParaRPr/>
          </a:p>
        </p:txBody>
      </p:sp>
      <p:sp>
        <p:nvSpPr>
          <p:cNvPr id="98" name="Google Shape;98;p1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Add a few text (text bar)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Blood group needed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Urgency type (emergency/normal)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Location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Hospital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1600"/>
              </a:spcAft>
              <a:buSzPts val="1600"/>
              <a:buChar char="●"/>
            </a:pPr>
            <a:r>
              <a:rPr lang="en" sz="1600"/>
              <a:t>Person to contact</a:t>
            </a:r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6666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Profile</a:t>
            </a:r>
            <a:endParaRPr/>
          </a:p>
        </p:txBody>
      </p:sp>
      <p:sp>
        <p:nvSpPr>
          <p:cNvPr id="109" name="Google Shape;109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Profile Picture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Name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Add Bio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Next Donation (9th sept)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Want to donate (toggle: [status: on/off])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1600"/>
              </a:spcAft>
              <a:buSzPts val="1600"/>
              <a:buChar char="●"/>
            </a:pPr>
            <a:r>
              <a:rPr lang="en" sz="1600"/>
              <a:t>Achievement (badges)</a:t>
            </a:r>
            <a:endParaRPr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Blood info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(Under The Profile </a:t>
            </a:r>
            <a:r>
              <a:rPr lang="en" sz="2000"/>
              <a:t>Section</a:t>
            </a:r>
            <a:r>
              <a:rPr lang="en" sz="2000"/>
              <a:t>)</a:t>
            </a:r>
            <a:endParaRPr sz="2000"/>
          </a:p>
        </p:txBody>
      </p:sp>
      <p:sp>
        <p:nvSpPr>
          <p:cNvPr id="115" name="Google Shape;115;p22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Blood Group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Last Donated (7th july)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1600"/>
              </a:spcAft>
              <a:buSzPts val="1600"/>
              <a:buChar char="●"/>
            </a:pPr>
            <a:r>
              <a:rPr lang="en" sz="1600"/>
              <a:t>Blood test certification (verified)</a:t>
            </a:r>
            <a:endParaRPr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Contact Info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(Under The Profile Section)</a:t>
            </a:r>
            <a:endParaRPr sz="2000"/>
          </a:p>
        </p:txBody>
      </p:sp>
      <p:sp>
        <p:nvSpPr>
          <p:cNvPr id="121" name="Google Shape;121;p23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Gmail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Contact Number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1600"/>
              </a:spcAft>
              <a:buSzPts val="1600"/>
              <a:buChar char="●"/>
            </a:pPr>
            <a:r>
              <a:rPr lang="en" sz="1600"/>
              <a:t>Address</a:t>
            </a:r>
            <a:endParaRPr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4400" y="0"/>
            <a:ext cx="6499600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27170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4"/>
          <p:cNvSpPr txBox="1"/>
          <p:nvPr>
            <p:ph idx="1" type="body"/>
          </p:nvPr>
        </p:nvSpPr>
        <p:spPr>
          <a:xfrm>
            <a:off x="311700" y="4039250"/>
            <a:ext cx="5998800" cy="9879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END</a:t>
            </a:r>
            <a:endParaRPr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Thank You </a:t>
            </a:r>
            <a:endParaRPr sz="3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